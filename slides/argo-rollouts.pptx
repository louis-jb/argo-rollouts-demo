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194560"/>
            <a:ext cx="3840480" cy="16459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Argo Rollouts</a:t>
            </a:r>
          </a:p>
          <a:p>
            <a:pPr>
              <a:defRPr sz="2400">
                <a:solidFill>
                  <a:srgbClr val="EF7627"/>
                </a:solidFill>
              </a:defRPr>
            </a:pPr>
            <a:r>
              <a:t>Déploiement progressif &amp; rollback automatique sur Kubernetes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5A66"/>
                </a:solidFill>
              </a:defRPr>
            </a:pPr>
            <a:r>
              <a:t>Projet de recherche — Écosystème Kubernetes &amp; GitOps   •   Louis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1.  La technologie — problème, définition, fonctionnement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2.  Cas d'usage professionnel — où, comment, avantages/limites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3.  Mise en œuvre technique — architecture, manifests, démo live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4.  Retour d'expérience — bilan, avis, améliorations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Démo 100% fonctionnelle : ArgoCD (GitOps) + Argo Rollouts + analyse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automatique sur un cluster local kind.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Le problème : le Deployment classique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Un Deployment fait un rolling update : il remplace les pods un à un…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sans jamais vérifier si la nouvelle version fonctionne correctement.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/>
            <a:r>
              <a:rPr sz="1800" b="1">
                <a:solidFill>
                  <a:srgbClr val="C0392B"/>
                </a:solidFill>
              </a:rPr>
              <a:t>Une v2 buggée part vers 100% des utilisateurs</a:t>
            </a:r>
          </a:p>
          <a:p>
            <a:pPr/>
            <a:r>
              <a:rPr sz="1800" b="1">
                <a:solidFill>
                  <a:srgbClr val="C0392B"/>
                </a:solidFill>
              </a:rPr>
              <a:t>Détection tardive (alertes, support, utilisateurs mécontents)</a:t>
            </a:r>
          </a:p>
          <a:p>
            <a:pPr/>
            <a:r>
              <a:rPr sz="1800" b="1">
                <a:solidFill>
                  <a:srgbClr val="C0392B"/>
                </a:solidFill>
              </a:rPr>
              <a:t>Rollback manuel, sous stress, en plein incident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On déploie « en aveugle ». Besoin : déployer prudemment et MESURER avant de généraliser.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Qu'est-ce qu'Argo Rollouts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Un contrôleur Kubernetes (projet CNCF, famille Argo) qui remplace le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Deployment par une ressource Rollout offrant la progressive delivery :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Canary : un % croissant du trafic vers la nouvelle version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Blue-Green : deux environnements, bascule instantanée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Analyse automatique : promotion ou rollback piloté par des métriques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Objectif : une mise en production graduelle, mesurée et réversible automatiquement.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Fonctionnement global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Rollout (remplace Deployment)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├─ ReplicaSet STABLE   (version actuelle)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├─ ReplicaSet CANARY   (nouvelle version)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└─ AnalysisRun         (mesure la santé du canary → décide)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À chaque palier (setWeight 20 → 40 → …), le contrôleur :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ajuste la proportion de pods/trafic canary,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marque une pause (manuelle ou minutée),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lance une analyse ; si elle échoue → rollback automatique.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Les briques : Rollout + AnalysisTemplate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Rollout — la stratégie 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strategy: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canary: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 steps: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   - setWeight: 20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   - pause: { duration: 30s }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   - setWeight: 40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   - analysis: { templates: [{ templateName: success-rate }] }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AnalysisTemplate — le critère de décision (métrique Prometheus, requête HTTP,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ou Job de sonde). Hors limites → métrique Failed → Rollout avorté → retour stable.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Cas d'usage en entreprise &amp; écosystème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Réduction du risque de mise en prod : tester la v2 sur 5–10% du trafic réel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Déploiements fréquents (plusieurs/jour) sans fenêtre de maintenance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SLO-driven delivery : promotion conditionnée à des métriques (latence,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taux d'erreur, succès) issues de Prometheus, Datadog, New Relic, CloudWatch…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Couplé au GitOps (ArgoCD/Flux) : déploiement déclaratif, auditable, reproductible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Projet CNCF (Argoproj) — combo standard avec ArgoCD ; voisins : Flagger, Spinnaker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Contextes : microservices, APIs critiques, e-commerce, SaaS à fort trafic.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Avantages / Limites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2EA043"/>
                </a:solidFill>
              </a:rPr>
              <a:t>Avantages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Rollback automatique en cas de régression → moins d'incidents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Pas de downtime, exposition contrôlée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Décision objective (métriques) plutôt qu'« au feeling »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Intégration native : ArgoCD, Prometheus, Istio, NGINX</a:t>
            </a:r>
          </a:p>
          <a:p>
            <a:pPr/>
            <a:r>
              <a:rPr sz="1800" b="1">
                <a:solidFill>
                  <a:srgbClr val="C0392B"/>
                </a:solidFill>
              </a:rPr>
              <a:t>Limites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Complexité accrue (CRD, analyse, parfois service mesh)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Contrôle fin du trafic = Istio/NGINX/SMI (sinon split par nb de pods)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Nécessite de bonnes métriques : analyse mal calibrée = fausse confiance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Architecture de la démo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Cluster local kind + ArgoCD (déjà en place) + Argo Rollouts v1.7.2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git push ─▶ GitHub Actions (lint/validation des manifests)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     └─▶ ArgoCD (pull) ─▶ Rollout ─▶ Contrôleur Argo Rollouts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                                       ├─ RS stable / RS canary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                                       └─ AnalysisRun (Job de sonde HTTP)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App de démo : argoproj/rollouts-demo — une couleur par version.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Le tag spécial bad-red renvoie des HTTP 500 (version buggée déterministe).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Choix techniques clés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Stratégie canary sans service mesh → split par nombre de pods (simple, portable)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Services stable + canary : le contrôleur y injecte le pod-template-hash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→ la sonde cible précisément les pods canary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Probes TCP (et non HTTP /color) : les pods bad-red restent Ready malgré les 500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→ on démontre un rollback piloté par l'ANALYSE, pas par la santé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AnalysisTemplate type Job : 30 requêtes, exige ≥ 95% de succès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(autonome ; variante Prometheus fournie pour la production)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Démo 1 — Canary SAIN (promotion auto)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set image … :green  →  le rollout progresse 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Step 1/9  setWeight 20%   ▸ 1 pod green / 4 pods blue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Step 4/9  setWeight 40%   ▸ AnalysisRun lancé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probe ▸ "30/30 requetes en succes -&gt; 100% (seuil 95%)  ANALYSE OK"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Step 9/9  setWeight 100%  ▸ Healthy, stable = green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/>
            <a:r>
              <a:rPr sz="1800" b="1">
                <a:solidFill>
                  <a:srgbClr val="2EA043"/>
                </a:solidFill>
              </a:rPr>
              <a:t>Analyse réussie → promotion automatique jusqu'à 100%.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Démo 2 — Canary DÉFAILLANT (rollback auto)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set image … :bad-red  →  l'analyse sonde le canary 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probe ▸ HTTP/1.1 500 Internal Server Error  (x25)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probe ▸ "5/30 requetes en succes -&gt; 16% (seuil 95%)  ANALYSE KO"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Status: Degraded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Message: RolloutAborted: Metric "http-success-rate" assessed Failed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      due to failed (1) &gt; failureLimit (0)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/>
            <a:r>
              <a:rPr sz="1800" b="1">
                <a:solidFill>
                  <a:srgbClr val="C0392B"/>
                </a:solidFill>
              </a:rPr>
              <a:t>Analyse échouée → rollback automatique : trafic gardé sur green,</a:t>
            </a:r>
          </a:p>
          <a:p>
            <a:pPr/>
            <a:r>
              <a:rPr sz="1800" b="1">
                <a:solidFill>
                  <a:srgbClr val="C0392B"/>
                </a:solidFill>
              </a:rPr>
              <a:t>zéro impact utilisateur, zéro intervention humaine.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Difficultés rencontrées &amp;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App sans /metrics → analyse Prometheus impossible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AnalysisTemplate type Job (sonde HTTP autonome)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Probe HTTP tuait les pods bad-red (500) avant l'analyse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Bascule en probe TCP : pods Ready mais erreurs mesurées par l'analyse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Cibler uniquement le canary pour la sonde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Services stable/canary gérés par le contrôleur (pod-template-hash)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Disque limité (94%)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Pas de stack Prometheus lourd : dashboard Rollouts + kind load des images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Retour d'expérience : bilan, avis, améliorations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Appris : progressive delivery en pratique (étapes, pauses, analyse, rollback) ;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imbrication GitOps ↔ Rollouts ; les métriques comme contrat de qualité.</a:t>
            </a:r>
          </a:p>
          <a:p>
            <a:pPr/>
            <a:r>
              <a:rPr sz="1800" b="1">
                <a:solidFill>
                  <a:srgbClr val="2EA043"/>
                </a:solidFill>
              </a:rPr>
              <a:t>Points forts : rollback auto fiable, intégration native, déclaratif</a:t>
            </a:r>
          </a:p>
          <a:p>
            <a:pPr/>
            <a:r>
              <a:rPr sz="1800" b="1">
                <a:solidFill>
                  <a:srgbClr val="C0392B"/>
                </a:solidFill>
              </a:rPr>
              <a:t>Points faibles : complexité, trafic fin nécessitant un mesh, analyse à calibrer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Mon avis : excellent compromis sécurité/vélocité pour des services critiques ;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overkill pour un petit projet mono-service à faible trafic.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Améliorations possibles :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Trafic fin via Istio/NGINX • analyse Prometheus réelle (p95 + erreurs) •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notifications Slack • Blue-Green avec tests preview • multi-cluster ApplicationSet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194560"/>
            <a:ext cx="3840480" cy="16459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Merci — Questions ?</a:t>
            </a:r>
          </a:p>
          <a:p>
            <a:pPr>
              <a:defRPr sz="2400">
                <a:solidFill>
                  <a:srgbClr val="EF7627"/>
                </a:solidFill>
              </a:defRPr>
            </a:pPr>
            <a:r>
              <a:t>kubectl argo rollouts get rollout rollouts-demo --watch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5A66"/>
                </a:solidFill>
              </a:defRPr>
            </a:pPr>
            <a:r>
              <a:t>Dépôt : manifests • GitOps • CI • diagrammes • captures réelles d'exécution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